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24" r:id="rId1"/>
  </p:sldMasterIdLst>
  <p:notesMasterIdLst>
    <p:notesMasterId r:id="rId3"/>
  </p:notesMasterIdLst>
  <p:handoutMasterIdLst>
    <p:handoutMasterId r:id="rId4"/>
  </p:handoutMasterIdLst>
  <p:sldIdLst>
    <p:sldId id="3496" r:id="rId2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618">
          <p15:clr>
            <a:srgbClr val="A4A3A4"/>
          </p15:clr>
        </p15:guide>
        <p15:guide id="5" orient="horz" pos="663">
          <p15:clr>
            <a:srgbClr val="A4A3A4"/>
          </p15:clr>
        </p15:guide>
        <p15:guide id="6" pos="1215">
          <p15:clr>
            <a:srgbClr val="A4A3A4"/>
          </p15:clr>
        </p15:guide>
        <p15:guide id="7" pos="6023">
          <p15:clr>
            <a:srgbClr val="A4A3A4"/>
          </p15:clr>
        </p15:guide>
        <p15:guide id="8" pos="1260">
          <p15:clr>
            <a:srgbClr val="A4A3A4"/>
          </p15:clr>
        </p15:guide>
        <p15:guide id="9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A50021"/>
    <a:srgbClr val="FFFFCC"/>
    <a:srgbClr val="CCFFCC"/>
    <a:srgbClr val="FFFF66"/>
    <a:srgbClr val="99CC00"/>
    <a:srgbClr val="006600"/>
    <a:srgbClr val="CCFFFF"/>
    <a:srgbClr val="66FFFF"/>
    <a:srgbClr val="F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34580" autoAdjust="0"/>
    <p:restoredTop sz="86410" autoAdjust="0"/>
  </p:normalViewPr>
  <p:slideViewPr>
    <p:cSldViewPr snapToObjects="1">
      <p:cViewPr varScale="1">
        <p:scale>
          <a:sx n="89" d="100"/>
          <a:sy n="89" d="100"/>
        </p:scale>
        <p:origin x="282" y="78"/>
      </p:cViewPr>
      <p:guideLst>
        <p:guide orient="horz"/>
        <p:guide orient="horz" pos="4065"/>
        <p:guide orient="horz" pos="482"/>
        <p:guide orient="horz" pos="618"/>
        <p:guide orient="horz" pos="663"/>
        <p:guide pos="1215"/>
        <p:guide pos="6023"/>
        <p:guide pos="1260"/>
        <p:guide pos="262"/>
      </p:guideLst>
    </p:cSldViewPr>
  </p:slideViewPr>
  <p:outlineViewPr>
    <p:cViewPr>
      <p:scale>
        <a:sx n="33" d="100"/>
        <a:sy n="33" d="100"/>
      </p:scale>
      <p:origin x="0" y="38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>
      <p:cViewPr varScale="1">
        <p:scale>
          <a:sx n="58" d="100"/>
          <a:sy n="58" d="100"/>
        </p:scale>
        <p:origin x="-3456" y="-96"/>
      </p:cViewPr>
      <p:guideLst>
        <p:guide orient="horz" pos="3131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7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7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9440871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71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38878A3-376D-4839-AFAD-6B5067A8B1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675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8579" y="0"/>
            <a:ext cx="299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762000"/>
            <a:ext cx="5330825" cy="3690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9" y="4760913"/>
            <a:ext cx="4989513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9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0863"/>
            <a:ext cx="2917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8579" y="9440863"/>
            <a:ext cx="29956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F31FCCA-1E47-432D-9574-A2A32471D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68397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608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1" y="620688"/>
            <a:ext cx="9361040" cy="355482"/>
          </a:xfrm>
        </p:spPr>
        <p:txBody>
          <a:bodyPr wrap="square">
            <a:spAutoFit/>
          </a:bodyPr>
          <a:lstStyle>
            <a:lvl1pPr>
              <a:defRPr sz="15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589" y="44450"/>
            <a:ext cx="8784852" cy="533400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4416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>
          <a:xfrm>
            <a:off x="272480" y="665292"/>
            <a:ext cx="9361040" cy="3539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eaLnBrk="1" latinLnBrk="0" hangingPunct="1">
              <a:buFontTx/>
              <a:buNone/>
              <a:defRPr lang="ko-KR" altLang="en-US" sz="17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273893" y="104818"/>
            <a:ext cx="184731" cy="40011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FontTx/>
              <a:buNone/>
              <a:defRPr lang="ko-KR" altLang="en-US" sz="20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12"/>
          <p:cNvSpPr>
            <a:spLocks noGrp="1"/>
          </p:cNvSpPr>
          <p:nvPr>
            <p:ph type="body" sz="quarter" idx="14"/>
          </p:nvPr>
        </p:nvSpPr>
        <p:spPr>
          <a:xfrm>
            <a:off x="9448789" y="165828"/>
            <a:ext cx="184731" cy="33855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r">
              <a:buFontTx/>
              <a:buNone/>
              <a:defRPr lang="ko-KR" altLang="en-US" sz="16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11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2480" y="548680"/>
            <a:ext cx="9360470" cy="35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8588" y="44450"/>
            <a:ext cx="8785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656138" y="6524625"/>
            <a:ext cx="57579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fld id="{C3544E17-0DF7-4738-91CA-FA8B6FD792C3}" type="slidenum">
              <a:rPr lang="en-US" altLang="ko-KR" sz="1050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‹#›</a:t>
            </a:fld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/ 2</a:t>
            </a:r>
            <a:endParaRPr lang="ko-KR" altLang="en-US" sz="10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8337376" y="6513470"/>
            <a:ext cx="1468437" cy="276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FFFFFF">
                    <a:lumMod val="75000"/>
                  </a:srgbClr>
                </a:solidFill>
              </a:rPr>
              <a:t>LGE Confidential</a:t>
            </a:r>
            <a:endParaRPr lang="ko-KR" altLang="en-US" sz="1200" dirty="0">
              <a:solidFill>
                <a:srgbClr val="FFFFFF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9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0" indent="0" algn="l" rtl="0" eaLnBrk="0" fontAlgn="base" hangingPunct="0">
        <a:lnSpc>
          <a:spcPct val="114000"/>
        </a:lnSpc>
        <a:spcBef>
          <a:spcPts val="0"/>
        </a:spcBef>
        <a:spcAft>
          <a:spcPts val="600"/>
        </a:spcAft>
        <a:defRPr kumimoji="1" sz="15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39750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896938" indent="-177800" algn="l" rtl="0" eaLnBrk="0" fontAlgn="base" latinLnBrk="1" hangingPunct="0">
        <a:spcBef>
          <a:spcPct val="40000"/>
        </a:spcBef>
        <a:spcAft>
          <a:spcPct val="0"/>
        </a:spcAft>
        <a:buChar char="•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254125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1611313" indent="-177800" algn="l" rtl="0" eaLnBrk="0" fontAlgn="base" latinLnBrk="1" hangingPunct="0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0685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5257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9829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4401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04" y="3932853"/>
            <a:ext cx="6349844" cy="7893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73" y="1365928"/>
            <a:ext cx="2429214" cy="1095528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 Report– </a:t>
            </a:r>
            <a:r>
              <a:rPr lang="en-US" altLang="ko-KR" dirty="0" smtClean="0"/>
              <a:t>Data Upload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596131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796246" y="908720"/>
            <a:ext cx="3039633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3303595" y="2293947"/>
            <a:ext cx="215900" cy="2159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41399" y="1580355"/>
            <a:ext cx="299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AP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Report</a:t>
            </a:r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 Data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Upload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Una vez dentro del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llamasys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, seleccionar para entrar al módulo de 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AP.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타원 73"/>
          <p:cNvSpPr/>
          <p:nvPr/>
        </p:nvSpPr>
        <p:spPr>
          <a:xfrm>
            <a:off x="1559951" y="4220827"/>
            <a:ext cx="215900" cy="2159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719377" y="2244562"/>
            <a:ext cx="1681149" cy="314669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entury Gothic" pitchFamily="34" charset="0"/>
              <a:ea typeface="굴림" pitchFamily="50" charset="-127"/>
            </a:endParaRPr>
          </a:p>
        </p:txBody>
      </p:sp>
      <p:cxnSp>
        <p:nvCxnSpPr>
          <p:cNvPr id="9" name="Straight Arrow Connector 8"/>
          <p:cNvCxnSpPr>
            <a:stCxn id="24" idx="3"/>
            <a:endCxn id="17" idx="2"/>
          </p:cNvCxnSpPr>
          <p:nvPr/>
        </p:nvCxnSpPr>
        <p:spPr bwMode="auto">
          <a:xfrm>
            <a:off x="2400526" y="2401897"/>
            <a:ext cx="903069" cy="0"/>
          </a:xfrm>
          <a:prstGeom prst="straightConnector1">
            <a:avLst/>
          </a:prstGeom>
          <a:solidFill>
            <a:srgbClr val="FFFFFF"/>
          </a:solidFill>
          <a:ln w="31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796246" y="3692073"/>
            <a:ext cx="3039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Bank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Code</a:t>
            </a:r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 Data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Upload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Descarga del manual de usuario.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Link del api para importar al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dashboard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Descargar </a:t>
            </a:r>
            <a:r>
              <a:rPr lang="es-PE" sz="1200" dirty="0" err="1" smtClean="0">
                <a:latin typeface="맑은 고딕" pitchFamily="50" charset="-127"/>
                <a:ea typeface="맑은 고딕" pitchFamily="50" charset="-127"/>
              </a:rPr>
              <a:t>template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 si se necesita.</a:t>
            </a:r>
          </a:p>
          <a:p>
            <a:pPr marL="228600" indent="-228600">
              <a:buAutoNum type="arabicPeriod"/>
            </a:pP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Subir data para luego obtener el api.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타원 73"/>
          <p:cNvSpPr/>
          <p:nvPr/>
        </p:nvSpPr>
        <p:spPr>
          <a:xfrm>
            <a:off x="3421551" y="4220827"/>
            <a:ext cx="215900" cy="2159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73"/>
          <p:cNvSpPr/>
          <p:nvPr/>
        </p:nvSpPr>
        <p:spPr>
          <a:xfrm>
            <a:off x="5529064" y="3918714"/>
            <a:ext cx="215900" cy="2159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73"/>
          <p:cNvSpPr/>
          <p:nvPr/>
        </p:nvSpPr>
        <p:spPr>
          <a:xfrm>
            <a:off x="5283151" y="4225996"/>
            <a:ext cx="215900" cy="2159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128771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180416</TotalTime>
  <Words>61</Words>
  <Application>Microsoft Office PowerPoint</Application>
  <PresentationFormat>A4 Paper (210x297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Century Gothic</vt:lpstr>
      <vt:lpstr>돋움</vt:lpstr>
      <vt:lpstr>굴림</vt:lpstr>
      <vt:lpstr>HY헤드라인M</vt:lpstr>
      <vt:lpstr>1_기본 디자인</vt:lpstr>
      <vt:lpstr>AP Report– Data Upload</vt:lpstr>
    </vt:vector>
  </TitlesOfParts>
  <Company>LG CNS Entrue Consulting Partners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CFO 정기업무보고</dc:title>
  <dc:creator>jeongweon.seo@lge.com</dc:creator>
  <cp:lastModifiedBy>lbernaldo js/LGEPR PI</cp:lastModifiedBy>
  <cp:revision>14441</cp:revision>
  <cp:lastPrinted>2015-07-07T07:24:52Z</cp:lastPrinted>
  <dcterms:created xsi:type="dcterms:W3CDTF">2003-07-01T00:36:00Z</dcterms:created>
  <dcterms:modified xsi:type="dcterms:W3CDTF">2025-11-12T22:32:56Z</dcterms:modified>
</cp:coreProperties>
</file>