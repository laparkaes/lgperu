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924" r:id="rId1"/>
  </p:sldMasterIdLst>
  <p:notesMasterIdLst>
    <p:notesMasterId r:id="rId5"/>
  </p:notesMasterIdLst>
  <p:handoutMasterIdLst>
    <p:handoutMasterId r:id="rId6"/>
  </p:handoutMasterIdLst>
  <p:sldIdLst>
    <p:sldId id="3496" r:id="rId2"/>
    <p:sldId id="3497" r:id="rId3"/>
    <p:sldId id="3498" r:id="rId4"/>
  </p:sldIdLst>
  <p:sldSz cx="9906000" cy="6858000" type="A4"/>
  <p:notesSz cx="6807200" cy="99393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5pPr>
    <a:lvl6pPr marL="2286000" algn="l" defTabSz="914400" rtl="0" eaLnBrk="1" latinLnBrk="1" hangingPunct="1"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6pPr>
    <a:lvl7pPr marL="2743200" algn="l" defTabSz="914400" rtl="0" eaLnBrk="1" latinLnBrk="1" hangingPunct="1"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7pPr>
    <a:lvl8pPr marL="3200400" algn="l" defTabSz="914400" rtl="0" eaLnBrk="1" latinLnBrk="1" hangingPunct="1"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8pPr>
    <a:lvl9pPr marL="3657600" algn="l" defTabSz="914400" rtl="0" eaLnBrk="1" latinLnBrk="1" hangingPunct="1"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orient="horz" pos="4065">
          <p15:clr>
            <a:srgbClr val="A4A3A4"/>
          </p15:clr>
        </p15:guide>
        <p15:guide id="3" orient="horz" pos="482">
          <p15:clr>
            <a:srgbClr val="A4A3A4"/>
          </p15:clr>
        </p15:guide>
        <p15:guide id="4" orient="horz" pos="618">
          <p15:clr>
            <a:srgbClr val="A4A3A4"/>
          </p15:clr>
        </p15:guide>
        <p15:guide id="5" orient="horz" pos="663">
          <p15:clr>
            <a:srgbClr val="A4A3A4"/>
          </p15:clr>
        </p15:guide>
        <p15:guide id="6" pos="1215">
          <p15:clr>
            <a:srgbClr val="A4A3A4"/>
          </p15:clr>
        </p15:guide>
        <p15:guide id="7" pos="6023">
          <p15:clr>
            <a:srgbClr val="A4A3A4"/>
          </p15:clr>
        </p15:guide>
        <p15:guide id="8" pos="1260">
          <p15:clr>
            <a:srgbClr val="A4A3A4"/>
          </p15:clr>
        </p15:guide>
        <p15:guide id="9" pos="26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21"/>
    <a:srgbClr val="33CC33"/>
    <a:srgbClr val="FFFFCC"/>
    <a:srgbClr val="CCFFCC"/>
    <a:srgbClr val="FFFF66"/>
    <a:srgbClr val="99CC00"/>
    <a:srgbClr val="006600"/>
    <a:srgbClr val="CCFFFF"/>
    <a:srgbClr val="66FFFF"/>
    <a:srgbClr val="FFE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0" autoAdjust="0"/>
    <p:restoredTop sz="86303" autoAdjust="0"/>
  </p:normalViewPr>
  <p:slideViewPr>
    <p:cSldViewPr snapToObjects="1">
      <p:cViewPr varScale="1">
        <p:scale>
          <a:sx n="88" d="100"/>
          <a:sy n="88" d="100"/>
        </p:scale>
        <p:origin x="270" y="96"/>
      </p:cViewPr>
      <p:guideLst>
        <p:guide orient="horz"/>
        <p:guide orient="horz" pos="4065"/>
        <p:guide orient="horz" pos="482"/>
        <p:guide orient="horz" pos="618"/>
        <p:guide orient="horz" pos="663"/>
        <p:guide pos="1215"/>
        <p:guide pos="6023"/>
        <p:guide pos="1260"/>
        <p:guide pos="262"/>
      </p:guideLst>
    </p:cSldViewPr>
  </p:slideViewPr>
  <p:outlineViewPr>
    <p:cViewPr>
      <p:scale>
        <a:sx n="33" d="100"/>
        <a:sy n="33" d="100"/>
      </p:scale>
      <p:origin x="0" y="382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Objects="1">
      <p:cViewPr varScale="1">
        <p:scale>
          <a:sx n="58" d="100"/>
          <a:sy n="58" d="100"/>
        </p:scale>
        <p:origin x="-3456" y="-96"/>
      </p:cViewPr>
      <p:guideLst>
        <p:guide orient="horz" pos="3131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4" y="7"/>
            <a:ext cx="2951163" cy="49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49" tIns="44774" rIns="89549" bIns="44774" numCol="1" anchor="t" anchorCtr="0" compatLnSpc="1">
            <a:prstTxWarp prst="textNoShape">
              <a:avLst/>
            </a:prstTxWarp>
          </a:bodyPr>
          <a:lstStyle>
            <a:lvl1pPr algn="l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64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6038" y="7"/>
            <a:ext cx="2951162" cy="49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49" tIns="44774" rIns="89549" bIns="44774" numCol="1" anchor="t" anchorCtr="0" compatLnSpc="1">
            <a:prstTxWarp prst="textNoShape">
              <a:avLst/>
            </a:prstTxWarp>
          </a:bodyPr>
          <a:lstStyle>
            <a:lvl1pPr algn="r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65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4" y="9440871"/>
            <a:ext cx="2951163" cy="49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49" tIns="44774" rIns="89549" bIns="44774" numCol="1" anchor="b" anchorCtr="0" compatLnSpc="1">
            <a:prstTxWarp prst="textNoShape">
              <a:avLst/>
            </a:prstTxWarp>
          </a:bodyPr>
          <a:lstStyle>
            <a:lvl1pPr algn="l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65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6038" y="9440871"/>
            <a:ext cx="2951162" cy="49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49" tIns="44774" rIns="89549" bIns="44774" numCol="1" anchor="b" anchorCtr="0" compatLnSpc="1">
            <a:prstTxWarp prst="textNoShape">
              <a:avLst/>
            </a:prstTxWarp>
          </a:bodyPr>
          <a:lstStyle>
            <a:lvl1pPr algn="r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338878A3-376D-4839-AFAD-6B5067A8B1CB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2667542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4" y="0"/>
            <a:ext cx="291782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61" tIns="44779" rIns="89561" bIns="44779" numCol="1" anchor="t" anchorCtr="0" compatLnSpc="1">
            <a:prstTxWarp prst="textNoShape">
              <a:avLst/>
            </a:prstTxWarp>
          </a:bodyPr>
          <a:lstStyle>
            <a:lvl1pPr algn="l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942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38579" y="0"/>
            <a:ext cx="299561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61" tIns="44779" rIns="89561" bIns="44779" numCol="1" anchor="t" anchorCtr="0" compatLnSpc="1">
            <a:prstTxWarp prst="textNoShape">
              <a:avLst/>
            </a:prstTxWarp>
          </a:bodyPr>
          <a:lstStyle>
            <a:lvl1pPr algn="r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584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762000"/>
            <a:ext cx="5330825" cy="36909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42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3929" y="4760913"/>
            <a:ext cx="4989513" cy="445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61" tIns="44779" rIns="89561" bIns="4477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942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4" y="9440863"/>
            <a:ext cx="2917825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61" tIns="44779" rIns="89561" bIns="44779" numCol="1" anchor="b" anchorCtr="0" compatLnSpc="1">
            <a:prstTxWarp prst="textNoShape">
              <a:avLst/>
            </a:prstTxWarp>
          </a:bodyPr>
          <a:lstStyle>
            <a:lvl1pPr algn="l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942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38579" y="9440863"/>
            <a:ext cx="2995613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61" tIns="44779" rIns="89561" bIns="44779" numCol="1" anchor="b" anchorCtr="0" compatLnSpc="1">
            <a:prstTxWarp prst="textNoShape">
              <a:avLst/>
            </a:prstTxWarp>
          </a:bodyPr>
          <a:lstStyle>
            <a:lvl1pPr algn="r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BF31FCCA-1E47-432D-9574-A2A32471DD5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9368397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BF31FCCA-1E47-432D-9574-A2A32471DD5A}" type="slidenum">
              <a:rPr lang="en-US" altLang="ko-KR" smtClean="0"/>
              <a:pPr>
                <a:defRPr/>
              </a:pPr>
              <a:t>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8996088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BF31FCCA-1E47-432D-9574-A2A32471DD5A}" type="slidenum">
              <a:rPr lang="en-US" altLang="ko-KR" smtClean="0"/>
              <a:pPr>
                <a:defRPr/>
              </a:pPr>
              <a:t>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9317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BF31FCCA-1E47-432D-9574-A2A32471DD5A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75454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72481" y="620688"/>
            <a:ext cx="9361040" cy="355482"/>
          </a:xfrm>
        </p:spPr>
        <p:txBody>
          <a:bodyPr wrap="square">
            <a:spAutoFit/>
          </a:bodyPr>
          <a:lstStyle>
            <a:lvl1pPr>
              <a:defRPr sz="15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28589" y="44450"/>
            <a:ext cx="8784852" cy="533400"/>
          </a:xfrm>
        </p:spPr>
        <p:txBody>
          <a:bodyPr/>
          <a:lstStyle>
            <a:lvl1pPr>
              <a:defRPr sz="2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944164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01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/>
          <p:cNvSpPr>
            <a:spLocks noGrp="1"/>
          </p:cNvSpPr>
          <p:nvPr>
            <p:ph type="body" sz="quarter" idx="12"/>
          </p:nvPr>
        </p:nvSpPr>
        <p:spPr>
          <a:xfrm>
            <a:off x="272480" y="665292"/>
            <a:ext cx="9361040" cy="353943"/>
          </a:xfrm>
          <a:prstGeom prst="rect">
            <a:avLst/>
          </a:prstGeom>
        </p:spPr>
        <p:txBody>
          <a:bodyPr>
            <a:spAutoFit/>
          </a:bodyPr>
          <a:lstStyle>
            <a:lvl1pPr marL="0" indent="0" eaLnBrk="1" latinLnBrk="0" hangingPunct="1">
              <a:buFontTx/>
              <a:buNone/>
              <a:defRPr lang="ko-KR" altLang="en-US" sz="1700" b="1" dirty="0">
                <a:latin typeface="Arial" pitchFamily="34" charset="0"/>
                <a:ea typeface="돋움" pitchFamily="50" charset="-127"/>
                <a:cs typeface="Arial" pitchFamily="34" charset="0"/>
              </a:defRPr>
            </a:lvl1pPr>
          </a:lstStyle>
          <a:p>
            <a:pPr lvl="0"/>
            <a:endParaRPr lang="ko-KR" altLang="en-US" dirty="0"/>
          </a:p>
        </p:txBody>
      </p:sp>
      <p:sp>
        <p:nvSpPr>
          <p:cNvPr id="13" name="텍스트 개체 틀 12"/>
          <p:cNvSpPr>
            <a:spLocks noGrp="1"/>
          </p:cNvSpPr>
          <p:nvPr>
            <p:ph type="body" sz="quarter" idx="13"/>
          </p:nvPr>
        </p:nvSpPr>
        <p:spPr>
          <a:xfrm>
            <a:off x="273893" y="104818"/>
            <a:ext cx="184731" cy="400110"/>
          </a:xfrm>
          <a:prstGeom prst="rect">
            <a:avLst/>
          </a:prstGeom>
        </p:spPr>
        <p:txBody>
          <a:bodyPr wrap="none" anchor="ctr">
            <a:spAutoFit/>
          </a:bodyPr>
          <a:lstStyle>
            <a:lvl1pPr marL="0" indent="0">
              <a:buFontTx/>
              <a:buNone/>
              <a:defRPr lang="ko-KR" altLang="en-US" sz="2000" b="1" dirty="0">
                <a:latin typeface="Arial" pitchFamily="34" charset="0"/>
                <a:ea typeface="돋움" pitchFamily="50" charset="-127"/>
                <a:cs typeface="Arial" pitchFamily="34" charset="0"/>
              </a:defRPr>
            </a:lvl1pPr>
          </a:lstStyle>
          <a:p>
            <a:pPr lvl="0"/>
            <a:endParaRPr lang="ko-KR" altLang="en-US" dirty="0"/>
          </a:p>
        </p:txBody>
      </p:sp>
      <p:sp>
        <p:nvSpPr>
          <p:cNvPr id="14" name="텍스트 개체 틀 12"/>
          <p:cNvSpPr>
            <a:spLocks noGrp="1"/>
          </p:cNvSpPr>
          <p:nvPr>
            <p:ph type="body" sz="quarter" idx="14"/>
          </p:nvPr>
        </p:nvSpPr>
        <p:spPr>
          <a:xfrm>
            <a:off x="9448789" y="165828"/>
            <a:ext cx="184731" cy="338554"/>
          </a:xfrm>
          <a:prstGeom prst="rect">
            <a:avLst/>
          </a:prstGeom>
        </p:spPr>
        <p:txBody>
          <a:bodyPr wrap="none" anchor="ctr">
            <a:spAutoFit/>
          </a:bodyPr>
          <a:lstStyle>
            <a:lvl1pPr marL="0" indent="0" algn="r">
              <a:buFontTx/>
              <a:buNone/>
              <a:defRPr lang="ko-KR" altLang="en-US" sz="1600" b="1" dirty="0">
                <a:latin typeface="Arial" pitchFamily="34" charset="0"/>
                <a:ea typeface="돋움" pitchFamily="50" charset="-127"/>
                <a:cs typeface="Arial" pitchFamily="34" charset="0"/>
              </a:defRPr>
            </a:lvl1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1113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72480" y="548680"/>
            <a:ext cx="9360470" cy="3554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28588" y="44450"/>
            <a:ext cx="8785225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Line 14"/>
          <p:cNvSpPr>
            <a:spLocks noChangeShapeType="1"/>
          </p:cNvSpPr>
          <p:nvPr userDrawn="1"/>
        </p:nvSpPr>
        <p:spPr bwMode="auto">
          <a:xfrm>
            <a:off x="0" y="534988"/>
            <a:ext cx="9906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 userDrawn="1"/>
        </p:nvSpPr>
        <p:spPr>
          <a:xfrm>
            <a:off x="4656138" y="6524625"/>
            <a:ext cx="575799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fld id="{C3544E17-0DF7-4738-91CA-FA8B6FD792C3}" type="slidenum">
              <a:rPr lang="en-US" altLang="ko-KR" sz="1050">
                <a:latin typeface="맑은 고딕" pitchFamily="50" charset="-127"/>
                <a:ea typeface="맑은 고딕" pitchFamily="50" charset="-127"/>
              </a:rPr>
              <a:pPr>
                <a:defRPr/>
              </a:pPr>
              <a:t>‹#›</a:t>
            </a:fld>
            <a:r>
              <a:rPr lang="en-US" altLang="ko-KR" sz="1050" dirty="0">
                <a:latin typeface="맑은 고딕" pitchFamily="50" charset="-127"/>
                <a:ea typeface="맑은 고딕" pitchFamily="50" charset="-127"/>
              </a:rPr>
              <a:t> / 2</a:t>
            </a:r>
            <a:endParaRPr lang="ko-KR" altLang="en-US" sz="1050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" name="직사각형 5"/>
          <p:cNvSpPr/>
          <p:nvPr userDrawn="1"/>
        </p:nvSpPr>
        <p:spPr>
          <a:xfrm>
            <a:off x="8337376" y="6513470"/>
            <a:ext cx="1468437" cy="27622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sz="1200" dirty="0">
                <a:solidFill>
                  <a:srgbClr val="FFFFFF">
                    <a:lumMod val="75000"/>
                  </a:srgbClr>
                </a:solidFill>
              </a:rPr>
              <a:t>LGE Confidential</a:t>
            </a:r>
            <a:endParaRPr lang="ko-KR" altLang="en-US" sz="1200" dirty="0">
              <a:solidFill>
                <a:srgbClr val="FFFFFF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7491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5" r:id="rId1"/>
    <p:sldLayoutId id="2147483926" r:id="rId2"/>
    <p:sldLayoutId id="2147483927" r:id="rId3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200" b="1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2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2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2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2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2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2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2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2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9pPr>
    </p:titleStyle>
    <p:bodyStyle>
      <a:lvl1pPr marL="0" indent="0" algn="l" rtl="0" eaLnBrk="0" fontAlgn="base" hangingPunct="0">
        <a:lnSpc>
          <a:spcPct val="114000"/>
        </a:lnSpc>
        <a:spcBef>
          <a:spcPts val="0"/>
        </a:spcBef>
        <a:spcAft>
          <a:spcPts val="600"/>
        </a:spcAft>
        <a:defRPr kumimoji="1" sz="1500" b="1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539750" indent="-177800" algn="l" rtl="0" eaLnBrk="0" fontAlgn="base" latinLnBrk="1" hangingPunct="0">
        <a:spcBef>
          <a:spcPct val="40000"/>
        </a:spcBef>
        <a:spcAft>
          <a:spcPct val="0"/>
        </a:spcAft>
        <a:buChar char="–"/>
        <a:defRPr kumimoji="1" sz="1200" b="1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2pPr>
      <a:lvl3pPr marL="896938" indent="-177800" algn="l" rtl="0" eaLnBrk="0" fontAlgn="base" latinLnBrk="1" hangingPunct="0">
        <a:spcBef>
          <a:spcPct val="40000"/>
        </a:spcBef>
        <a:spcAft>
          <a:spcPct val="0"/>
        </a:spcAft>
        <a:buChar char="•"/>
        <a:defRPr kumimoji="1" sz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3pPr>
      <a:lvl4pPr marL="1254125" indent="-177800" algn="l" rtl="0" eaLnBrk="0" fontAlgn="base" latinLnBrk="1" hangingPunct="0">
        <a:spcBef>
          <a:spcPct val="40000"/>
        </a:spcBef>
        <a:spcAft>
          <a:spcPct val="0"/>
        </a:spcAft>
        <a:buChar char="–"/>
        <a:defRPr kumimoji="1" sz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4pPr>
      <a:lvl5pPr marL="1611313" indent="-177800" algn="l" rtl="0" eaLnBrk="0" fontAlgn="base" latinLnBrk="1" hangingPunct="0">
        <a:spcBef>
          <a:spcPct val="40000"/>
        </a:spcBef>
        <a:spcAft>
          <a:spcPct val="0"/>
        </a:spcAft>
        <a:buChar char="»"/>
        <a:defRPr kumimoji="1" sz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5pPr>
      <a:lvl6pPr marL="2068513" indent="-177800" algn="l" rtl="0" fontAlgn="base" latinLnBrk="1">
        <a:spcBef>
          <a:spcPct val="40000"/>
        </a:spcBef>
        <a:spcAft>
          <a:spcPct val="0"/>
        </a:spcAft>
        <a:buChar char="»"/>
        <a:defRPr kumimoji="1" sz="1200">
          <a:solidFill>
            <a:schemeClr val="tx1"/>
          </a:solidFill>
          <a:latin typeface="+mn-lt"/>
          <a:ea typeface="+mn-ea"/>
        </a:defRPr>
      </a:lvl6pPr>
      <a:lvl7pPr marL="2525713" indent="-177800" algn="l" rtl="0" fontAlgn="base" latinLnBrk="1">
        <a:spcBef>
          <a:spcPct val="40000"/>
        </a:spcBef>
        <a:spcAft>
          <a:spcPct val="0"/>
        </a:spcAft>
        <a:buChar char="»"/>
        <a:defRPr kumimoji="1" sz="1200">
          <a:solidFill>
            <a:schemeClr val="tx1"/>
          </a:solidFill>
          <a:latin typeface="+mn-lt"/>
          <a:ea typeface="+mn-ea"/>
        </a:defRPr>
      </a:lvl7pPr>
      <a:lvl8pPr marL="2982913" indent="-177800" algn="l" rtl="0" fontAlgn="base" latinLnBrk="1">
        <a:spcBef>
          <a:spcPct val="40000"/>
        </a:spcBef>
        <a:spcAft>
          <a:spcPct val="0"/>
        </a:spcAft>
        <a:buChar char="»"/>
        <a:defRPr kumimoji="1" sz="1200">
          <a:solidFill>
            <a:schemeClr val="tx1"/>
          </a:solidFill>
          <a:latin typeface="+mn-lt"/>
          <a:ea typeface="+mn-ea"/>
        </a:defRPr>
      </a:lvl8pPr>
      <a:lvl9pPr marL="3440113" indent="-177800" algn="l" rtl="0" fontAlgn="base" latinLnBrk="1">
        <a:spcBef>
          <a:spcPct val="40000"/>
        </a:spcBef>
        <a:spcAft>
          <a:spcPct val="0"/>
        </a:spcAft>
        <a:buChar char="»"/>
        <a:defRPr kumimoji="1" sz="12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774" y="2206340"/>
            <a:ext cx="2486372" cy="2410161"/>
          </a:xfrm>
          <a:prstGeom prst="rect">
            <a:avLst/>
          </a:prstGeom>
        </p:spPr>
      </p:pic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altLang="ko-KR" dirty="0" err="1" smtClean="0"/>
              <a:t>Lgepr</a:t>
            </a:r>
            <a:r>
              <a:rPr lang="es-PE" altLang="ko-KR" dirty="0" smtClean="0"/>
              <a:t> </a:t>
            </a:r>
            <a:r>
              <a:rPr lang="es-PE" altLang="ko-KR" dirty="0" err="1" smtClean="0"/>
              <a:t>Sovos</a:t>
            </a:r>
            <a:r>
              <a:rPr lang="es-PE" altLang="ko-KR" dirty="0" smtClean="0"/>
              <a:t> </a:t>
            </a:r>
            <a:r>
              <a:rPr lang="es-PE" altLang="ko-KR" dirty="0" err="1" smtClean="0"/>
              <a:t>Invoice</a:t>
            </a:r>
            <a:endParaRPr lang="ko-KR" altLang="en-US" dirty="0"/>
          </a:p>
        </p:txBody>
      </p:sp>
      <p:sp>
        <p:nvSpPr>
          <p:cNvPr id="33" name="모서리가 둥근 직사각형 32"/>
          <p:cNvSpPr/>
          <p:nvPr/>
        </p:nvSpPr>
        <p:spPr bwMode="auto">
          <a:xfrm>
            <a:off x="85061" y="908720"/>
            <a:ext cx="6884163" cy="5566706"/>
          </a:xfrm>
          <a:prstGeom prst="roundRect">
            <a:avLst>
              <a:gd name="adj" fmla="val 1576"/>
            </a:avLst>
          </a:prstGeom>
          <a:noFill/>
          <a:ln w="31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ko-KR" altLang="en-US" sz="1400">
              <a:solidFill>
                <a:srgbClr val="3333CC"/>
              </a:solidFill>
              <a:ea typeface="돋움" pitchFamily="50" charset="-127"/>
            </a:endParaRPr>
          </a:p>
        </p:txBody>
      </p:sp>
      <p:sp>
        <p:nvSpPr>
          <p:cNvPr id="16" name="모서리가 둥근 직사각형 60"/>
          <p:cNvSpPr/>
          <p:nvPr/>
        </p:nvSpPr>
        <p:spPr bwMode="auto">
          <a:xfrm>
            <a:off x="7019770" y="908720"/>
            <a:ext cx="2816109" cy="5570984"/>
          </a:xfrm>
          <a:prstGeom prst="roundRect">
            <a:avLst>
              <a:gd name="adj" fmla="val 1576"/>
            </a:avLst>
          </a:prstGeom>
          <a:noFill/>
          <a:ln w="31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ko-KR" altLang="en-US" sz="1400">
              <a:solidFill>
                <a:srgbClr val="3333CC"/>
              </a:solidFill>
              <a:ea typeface="돋움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045427" y="3031090"/>
            <a:ext cx="28161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200" b="1" dirty="0" smtClean="0">
                <a:latin typeface="맑은 고딕" pitchFamily="50" charset="-127"/>
                <a:ea typeface="맑은 고딕" pitchFamily="50" charset="-127"/>
              </a:rPr>
              <a:t>LGEPR </a:t>
            </a:r>
            <a:r>
              <a:rPr lang="es-PE" sz="1200" b="1" dirty="0" err="1" smtClean="0">
                <a:latin typeface="맑은 고딕" pitchFamily="50" charset="-127"/>
                <a:ea typeface="맑은 고딕" pitchFamily="50" charset="-127"/>
              </a:rPr>
              <a:t>Sovos</a:t>
            </a:r>
            <a:r>
              <a:rPr lang="es-PE" sz="1200" b="1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s-PE" sz="1200" b="1" dirty="0" err="1" smtClean="0">
                <a:latin typeface="맑은 고딕" pitchFamily="50" charset="-127"/>
                <a:ea typeface="맑은 고딕" pitchFamily="50" charset="-127"/>
              </a:rPr>
              <a:t>Invoice</a:t>
            </a:r>
            <a:endParaRPr lang="es-PE" sz="1200" b="1" dirty="0" smtClean="0">
              <a:latin typeface="맑은 고딕" pitchFamily="50" charset="-127"/>
              <a:ea typeface="맑은 고딕" pitchFamily="50" charset="-127"/>
            </a:endParaRPr>
          </a:p>
          <a:p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1. Seleccionar esta opción para abrir el módulo de </a:t>
            </a:r>
            <a:r>
              <a:rPr lang="es-PE" sz="1200" dirty="0" err="1" smtClean="0">
                <a:latin typeface="맑은 고딕" pitchFamily="50" charset="-127"/>
                <a:ea typeface="맑은 고딕" pitchFamily="50" charset="-127"/>
              </a:rPr>
              <a:t>scm</a:t>
            </a: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s-PE" sz="1200" dirty="0" err="1" smtClean="0">
                <a:latin typeface="맑은 고딕" pitchFamily="50" charset="-127"/>
                <a:ea typeface="맑은 고딕" pitchFamily="50" charset="-127"/>
              </a:rPr>
              <a:t>sovos</a:t>
            </a: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.</a:t>
            </a:r>
            <a:endParaRPr lang="es-PE" sz="1200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0" name="Rounded Rectangle 29"/>
          <p:cNvSpPr/>
          <p:nvPr/>
        </p:nvSpPr>
        <p:spPr bwMode="auto">
          <a:xfrm>
            <a:off x="776537" y="4293096"/>
            <a:ext cx="1440160" cy="241330"/>
          </a:xfrm>
          <a:prstGeom prst="roundRect">
            <a:avLst/>
          </a:prstGeom>
          <a:noFill/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Century Gothic" pitchFamily="34" charset="0"/>
              <a:ea typeface="굴림" pitchFamily="50" charset="-127"/>
            </a:endParaRPr>
          </a:p>
        </p:txBody>
      </p:sp>
      <p:sp>
        <p:nvSpPr>
          <p:cNvPr id="42" name="타원 73"/>
          <p:cNvSpPr/>
          <p:nvPr/>
        </p:nvSpPr>
        <p:spPr>
          <a:xfrm>
            <a:off x="3407570" y="4287321"/>
            <a:ext cx="311790" cy="247105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>
                <a:latin typeface="맑은 고딕" pitchFamily="50" charset="-127"/>
                <a:ea typeface="맑은 고딕" pitchFamily="50" charset="-127"/>
              </a:rPr>
              <a:t>1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3" name="Straight Arrow Connector 12"/>
          <p:cNvCxnSpPr>
            <a:stCxn id="30" idx="3"/>
            <a:endCxn id="42" idx="2"/>
          </p:cNvCxnSpPr>
          <p:nvPr/>
        </p:nvCxnSpPr>
        <p:spPr bwMode="auto">
          <a:xfrm flipV="1">
            <a:off x="2216697" y="4410874"/>
            <a:ext cx="1190873" cy="2887"/>
          </a:xfrm>
          <a:prstGeom prst="straightConnector1">
            <a:avLst/>
          </a:prstGeom>
          <a:solidFill>
            <a:srgbClr val="FFFFFF"/>
          </a:solidFill>
          <a:ln w="317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329128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64" y="1635164"/>
            <a:ext cx="6628783" cy="1794059"/>
          </a:xfrm>
          <a:prstGeom prst="rect">
            <a:avLst/>
          </a:prstGeom>
        </p:spPr>
      </p:pic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altLang="ko-KR" dirty="0" err="1"/>
              <a:t>Lgepr</a:t>
            </a:r>
            <a:r>
              <a:rPr lang="es-PE" altLang="ko-KR" dirty="0"/>
              <a:t> </a:t>
            </a:r>
            <a:r>
              <a:rPr lang="es-PE" altLang="ko-KR" dirty="0" err="1"/>
              <a:t>Sovos</a:t>
            </a:r>
            <a:r>
              <a:rPr lang="es-PE" altLang="ko-KR" dirty="0"/>
              <a:t> </a:t>
            </a:r>
            <a:r>
              <a:rPr lang="es-PE" altLang="ko-KR" dirty="0" err="1"/>
              <a:t>Invoice</a:t>
            </a:r>
            <a:endParaRPr lang="ko-KR" altLang="en-US" dirty="0"/>
          </a:p>
        </p:txBody>
      </p:sp>
      <p:sp>
        <p:nvSpPr>
          <p:cNvPr id="33" name="모서리가 둥근 직사각형 32"/>
          <p:cNvSpPr/>
          <p:nvPr/>
        </p:nvSpPr>
        <p:spPr bwMode="auto">
          <a:xfrm>
            <a:off x="85061" y="908720"/>
            <a:ext cx="6812155" cy="5566706"/>
          </a:xfrm>
          <a:prstGeom prst="roundRect">
            <a:avLst>
              <a:gd name="adj" fmla="val 1576"/>
            </a:avLst>
          </a:prstGeom>
          <a:noFill/>
          <a:ln w="31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ko-KR" altLang="en-US" sz="1400">
              <a:solidFill>
                <a:srgbClr val="3333CC"/>
              </a:solidFill>
              <a:ea typeface="돋움" pitchFamily="50" charset="-127"/>
            </a:endParaRPr>
          </a:p>
        </p:txBody>
      </p:sp>
      <p:sp>
        <p:nvSpPr>
          <p:cNvPr id="16" name="모서리가 둥근 직사각형 60"/>
          <p:cNvSpPr/>
          <p:nvPr/>
        </p:nvSpPr>
        <p:spPr bwMode="auto">
          <a:xfrm>
            <a:off x="6967874" y="908720"/>
            <a:ext cx="2868006" cy="5570984"/>
          </a:xfrm>
          <a:prstGeom prst="roundRect">
            <a:avLst>
              <a:gd name="adj" fmla="val 1576"/>
            </a:avLst>
          </a:prstGeom>
          <a:noFill/>
          <a:ln w="31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ko-KR" altLang="en-US" sz="1400">
              <a:solidFill>
                <a:srgbClr val="3333CC"/>
              </a:solidFill>
              <a:ea typeface="돋움" pitchFamily="50" charset="-127"/>
            </a:endParaRPr>
          </a:p>
        </p:txBody>
      </p:sp>
      <p:sp>
        <p:nvSpPr>
          <p:cNvPr id="17" name="타원 73"/>
          <p:cNvSpPr/>
          <p:nvPr/>
        </p:nvSpPr>
        <p:spPr>
          <a:xfrm>
            <a:off x="199121" y="2304332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>
                <a:latin typeface="맑은 고딕" pitchFamily="50" charset="-127"/>
                <a:ea typeface="맑은 고딕" pitchFamily="50" charset="-127"/>
              </a:rPr>
              <a:t>1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0619" y="1724615"/>
            <a:ext cx="291505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200" b="1" dirty="0">
                <a:latin typeface="맑은 고딕" pitchFamily="50" charset="-127"/>
                <a:ea typeface="맑은 고딕" pitchFamily="50" charset="-127"/>
              </a:rPr>
              <a:t>LGEPR </a:t>
            </a:r>
            <a:r>
              <a:rPr lang="es-PE" sz="1200" b="1" dirty="0" err="1">
                <a:latin typeface="맑은 고딕" pitchFamily="50" charset="-127"/>
                <a:ea typeface="맑은 고딕" pitchFamily="50" charset="-127"/>
              </a:rPr>
              <a:t>Sovos</a:t>
            </a:r>
            <a:r>
              <a:rPr lang="es-PE" sz="1200" b="1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s-PE" sz="1200" b="1" dirty="0" err="1">
                <a:latin typeface="맑은 고딕" pitchFamily="50" charset="-127"/>
                <a:ea typeface="맑은 고딕" pitchFamily="50" charset="-127"/>
              </a:rPr>
              <a:t>Invoice</a:t>
            </a:r>
            <a:r>
              <a:rPr lang="es-PE" sz="1200" b="1" dirty="0">
                <a:latin typeface="맑은 고딕" pitchFamily="50" charset="-127"/>
                <a:ea typeface="맑은 고딕" pitchFamily="50" charset="-127"/>
              </a:rPr>
              <a:t> </a:t>
            </a:r>
            <a:endParaRPr lang="es-PE" sz="1200" b="1" dirty="0" smtClean="0">
              <a:latin typeface="맑은 고딕" pitchFamily="50" charset="-127"/>
              <a:ea typeface="맑은 고딕" pitchFamily="50" charset="-127"/>
            </a:endParaRPr>
          </a:p>
          <a:p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Módulo que permite conectarse con el </a:t>
            </a:r>
            <a:r>
              <a:rPr lang="es-PE" sz="1200" dirty="0" err="1" smtClean="0">
                <a:latin typeface="맑은 고딕" pitchFamily="50" charset="-127"/>
                <a:ea typeface="맑은 고딕" pitchFamily="50" charset="-127"/>
              </a:rPr>
              <a:t>WebService</a:t>
            </a: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 de SOVOS y poder descargar los archivos PDF y XML.</a:t>
            </a:r>
          </a:p>
          <a:p>
            <a:pPr marL="228600" indent="-228600">
              <a:buFont typeface="+mj-lt"/>
              <a:buAutoNum type="arabicPeriod"/>
            </a:pP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Selector </a:t>
            </a: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de tipo de documento a buscar dentro de SOVOS.</a:t>
            </a:r>
          </a:p>
          <a:p>
            <a:pPr marL="228600" indent="-228600">
              <a:buFont typeface="+mj-lt"/>
              <a:buAutoNum type="arabicPeriod"/>
            </a:pP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Tipo de archivo que se descargará.</a:t>
            </a:r>
          </a:p>
          <a:p>
            <a:pPr marL="228600" indent="-228600">
              <a:buFont typeface="+mj-lt"/>
              <a:buAutoNum type="arabicPeriod"/>
            </a:pP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Escribir el número de documento que necesites descargar.</a:t>
            </a:r>
            <a:endParaRPr lang="es-PE" sz="1200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타원 73"/>
          <p:cNvSpPr/>
          <p:nvPr/>
        </p:nvSpPr>
        <p:spPr>
          <a:xfrm>
            <a:off x="2327799" y="2304333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 smtClean="0">
                <a:latin typeface="맑은 고딕" pitchFamily="50" charset="-127"/>
                <a:ea typeface="맑은 고딕" pitchFamily="50" charset="-127"/>
              </a:rPr>
              <a:t>2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8" name="타원 73"/>
          <p:cNvSpPr/>
          <p:nvPr/>
        </p:nvSpPr>
        <p:spPr>
          <a:xfrm>
            <a:off x="4431981" y="2308232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 smtClean="0">
                <a:latin typeface="맑은 고딕" pitchFamily="50" charset="-127"/>
                <a:ea typeface="맑은 고딕" pitchFamily="50" charset="-127"/>
              </a:rPr>
              <a:t>3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타원 73"/>
          <p:cNvSpPr/>
          <p:nvPr/>
        </p:nvSpPr>
        <p:spPr>
          <a:xfrm>
            <a:off x="3335773" y="3172049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 smtClean="0">
                <a:latin typeface="맑은 고딕" pitchFamily="50" charset="-127"/>
                <a:ea typeface="맑은 고딕" pitchFamily="50" charset="-127"/>
              </a:rPr>
              <a:t>4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431" y="3832228"/>
            <a:ext cx="2241289" cy="228073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3266" y="3832228"/>
            <a:ext cx="2124696" cy="1093290"/>
          </a:xfrm>
          <a:prstGeom prst="rect">
            <a:avLst/>
          </a:prstGeom>
        </p:spPr>
      </p:pic>
      <p:sp>
        <p:nvSpPr>
          <p:cNvPr id="24" name="타원 73"/>
          <p:cNvSpPr/>
          <p:nvPr/>
        </p:nvSpPr>
        <p:spPr>
          <a:xfrm>
            <a:off x="199121" y="3657131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>
                <a:latin typeface="맑은 고딕" pitchFamily="50" charset="-127"/>
                <a:ea typeface="맑은 고딕" pitchFamily="50" charset="-127"/>
              </a:rPr>
              <a:t>1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5" name="타원 73"/>
          <p:cNvSpPr/>
          <p:nvPr/>
        </p:nvSpPr>
        <p:spPr>
          <a:xfrm>
            <a:off x="2327799" y="3692073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 smtClean="0">
                <a:latin typeface="맑은 고딕" pitchFamily="50" charset="-127"/>
                <a:ea typeface="맑은 고딕" pitchFamily="50" charset="-127"/>
              </a:rPr>
              <a:t>2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7260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3091" y="1258452"/>
            <a:ext cx="3024336" cy="213280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984" y="4105536"/>
            <a:ext cx="6172550" cy="1246193"/>
          </a:xfrm>
          <a:prstGeom prst="rect">
            <a:avLst/>
          </a:prstGeom>
        </p:spPr>
      </p:pic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altLang="ko-KR" dirty="0" err="1"/>
              <a:t>Lgepr</a:t>
            </a:r>
            <a:r>
              <a:rPr lang="es-PE" altLang="ko-KR" dirty="0"/>
              <a:t> </a:t>
            </a:r>
            <a:r>
              <a:rPr lang="es-PE" altLang="ko-KR" dirty="0" err="1"/>
              <a:t>Sovos</a:t>
            </a:r>
            <a:r>
              <a:rPr lang="es-PE" altLang="ko-KR" dirty="0"/>
              <a:t> </a:t>
            </a:r>
            <a:r>
              <a:rPr lang="es-PE" altLang="ko-KR" dirty="0" err="1"/>
              <a:t>Invoice</a:t>
            </a:r>
            <a:endParaRPr lang="ko-KR" altLang="en-US" dirty="0"/>
          </a:p>
        </p:txBody>
      </p:sp>
      <p:sp>
        <p:nvSpPr>
          <p:cNvPr id="33" name="모서리가 둥근 직사각형 32"/>
          <p:cNvSpPr/>
          <p:nvPr/>
        </p:nvSpPr>
        <p:spPr bwMode="auto">
          <a:xfrm>
            <a:off x="85061" y="908720"/>
            <a:ext cx="6460397" cy="5566706"/>
          </a:xfrm>
          <a:prstGeom prst="roundRect">
            <a:avLst>
              <a:gd name="adj" fmla="val 1576"/>
            </a:avLst>
          </a:prstGeom>
          <a:noFill/>
          <a:ln w="31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ko-KR" altLang="en-US" sz="1400">
              <a:solidFill>
                <a:srgbClr val="3333CC"/>
              </a:solidFill>
              <a:ea typeface="돋움" pitchFamily="50" charset="-127"/>
            </a:endParaRPr>
          </a:p>
        </p:txBody>
      </p:sp>
      <p:sp>
        <p:nvSpPr>
          <p:cNvPr id="16" name="모서리가 둥근 직사각형 60"/>
          <p:cNvSpPr/>
          <p:nvPr/>
        </p:nvSpPr>
        <p:spPr bwMode="auto">
          <a:xfrm>
            <a:off x="6689381" y="908720"/>
            <a:ext cx="3146499" cy="5570984"/>
          </a:xfrm>
          <a:prstGeom prst="roundRect">
            <a:avLst>
              <a:gd name="adj" fmla="val 1576"/>
            </a:avLst>
          </a:prstGeom>
          <a:noFill/>
          <a:ln w="31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ko-KR" altLang="en-US" sz="1400">
              <a:solidFill>
                <a:srgbClr val="3333CC"/>
              </a:solidFill>
              <a:ea typeface="돋움" pitchFamily="50" charset="-127"/>
            </a:endParaRPr>
          </a:p>
        </p:txBody>
      </p:sp>
      <p:sp>
        <p:nvSpPr>
          <p:cNvPr id="17" name="타원 73"/>
          <p:cNvSpPr/>
          <p:nvPr/>
        </p:nvSpPr>
        <p:spPr>
          <a:xfrm>
            <a:off x="1593249" y="1319222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>
                <a:latin typeface="맑은 고딕" pitchFamily="50" charset="-127"/>
                <a:ea typeface="맑은 고딕" pitchFamily="50" charset="-127"/>
              </a:rPr>
              <a:t>1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689828" y="1484784"/>
            <a:ext cx="314605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200" b="1" dirty="0" smtClean="0">
                <a:latin typeface="맑은 고딕" pitchFamily="50" charset="-127"/>
                <a:ea typeface="맑은 고딕" pitchFamily="50" charset="-127"/>
              </a:rPr>
              <a:t>LGPER </a:t>
            </a:r>
            <a:r>
              <a:rPr lang="es-PE" sz="1200" b="1" dirty="0" err="1" smtClean="0">
                <a:latin typeface="맑은 고딕" pitchFamily="50" charset="-127"/>
                <a:ea typeface="맑은 고딕" pitchFamily="50" charset="-127"/>
              </a:rPr>
              <a:t>Sovos</a:t>
            </a:r>
            <a:r>
              <a:rPr lang="es-PE" sz="1200" b="1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s-PE" sz="1200" b="1" dirty="0" err="1" smtClean="0">
                <a:latin typeface="맑은 고딕" pitchFamily="50" charset="-127"/>
                <a:ea typeface="맑은 고딕" pitchFamily="50" charset="-127"/>
              </a:rPr>
              <a:t>Invoice</a:t>
            </a:r>
            <a:endParaRPr lang="es-PE" sz="1200" b="1" dirty="0" smtClean="0">
              <a:latin typeface="맑은 고딕" pitchFamily="50" charset="-127"/>
              <a:ea typeface="맑은 고딕" pitchFamily="50" charset="-127"/>
            </a:endParaRPr>
          </a:p>
          <a:p>
            <a:pPr marL="228600" indent="-228600">
              <a:buAutoNum type="arabicPeriod"/>
            </a:pP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Si se encontró el numero de documento aparece este mensaje.</a:t>
            </a:r>
          </a:p>
          <a:p>
            <a:pPr marL="228600" indent="-228600">
              <a:buAutoNum type="arabicPeriod"/>
            </a:pP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Aparecerá </a:t>
            </a: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el botón de descarga para el tipo de archivo seleccionado..</a:t>
            </a:r>
            <a:endParaRPr lang="es-PE" sz="1200" dirty="0">
              <a:latin typeface="맑은 고딕" pitchFamily="50" charset="-127"/>
              <a:ea typeface="맑은 고딕" pitchFamily="50" charset="-127"/>
            </a:endParaRPr>
          </a:p>
          <a:p>
            <a:pPr marL="228600" indent="-228600">
              <a:buAutoNum type="arabicPeriod"/>
            </a:pP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Botón para limpiar y refrescar la página y seguir buscando más casos.</a:t>
            </a:r>
          </a:p>
        </p:txBody>
      </p:sp>
      <p:sp>
        <p:nvSpPr>
          <p:cNvPr id="14" name="타원 73"/>
          <p:cNvSpPr/>
          <p:nvPr/>
        </p:nvSpPr>
        <p:spPr>
          <a:xfrm>
            <a:off x="2792760" y="5368362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 smtClean="0">
                <a:latin typeface="맑은 고딕" pitchFamily="50" charset="-127"/>
                <a:ea typeface="맑은 고딕" pitchFamily="50" charset="-127"/>
              </a:rPr>
              <a:t>2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8" name="타원 73"/>
          <p:cNvSpPr/>
          <p:nvPr/>
        </p:nvSpPr>
        <p:spPr>
          <a:xfrm>
            <a:off x="3800872" y="5368362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 smtClean="0">
                <a:latin typeface="맑은 고딕" pitchFamily="50" charset="-127"/>
                <a:ea typeface="맑은 고딕" pitchFamily="50" charset="-127"/>
              </a:rPr>
              <a:t>3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1966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HY헤드라인M"/>
        <a:ea typeface="HY헤드라인M"/>
        <a:cs typeface=""/>
      </a:majorFont>
      <a:minorFont>
        <a:latin typeface="Arial"/>
        <a:ea typeface="돋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FFFFFF"/>
        </a:solidFill>
        <a:ln w="3175" cap="flat" cmpd="sng" algn="ctr">
          <a:solidFill>
            <a:srgbClr val="5F5F5F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90000"/>
          </a:lnSpc>
          <a:spcBef>
            <a:spcPct val="2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000" b="0" i="0" u="none" strike="noStrike" cap="none" normalizeH="0" baseline="0" smtClean="0">
            <a:ln>
              <a:noFill/>
            </a:ln>
            <a:solidFill>
              <a:srgbClr val="000000"/>
            </a:solidFill>
            <a:effectLst/>
            <a:latin typeface="Century Gothic" pitchFamily="34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FFFFFF"/>
        </a:solidFill>
        <a:ln w="3175" cap="flat" cmpd="sng" algn="ctr">
          <a:solidFill>
            <a:srgbClr val="5F5F5F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90000"/>
          </a:lnSpc>
          <a:spcBef>
            <a:spcPct val="2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000" b="0" i="0" u="none" strike="noStrike" cap="none" normalizeH="0" baseline="0" smtClean="0">
            <a:ln>
              <a:noFill/>
            </a:ln>
            <a:solidFill>
              <a:srgbClr val="000000"/>
            </a:solidFill>
            <a:effectLst/>
            <a:latin typeface="Century Gothic" pitchFamily="34" charset="0"/>
            <a:ea typeface="굴림" pitchFamily="50" charset="-127"/>
          </a:defRPr>
        </a:defPPr>
      </a:lstStyle>
    </a:lnDef>
    <a:txDef>
      <a:spPr>
        <a:noFill/>
      </a:spPr>
      <a:bodyPr wrap="none" rtlCol="0">
        <a:spAutoFit/>
      </a:bodyPr>
      <a:lstStyle>
        <a:defPPr>
          <a:defRPr sz="1200" smtClean="0">
            <a:latin typeface="맑은 고딕" pitchFamily="50" charset="-127"/>
            <a:ea typeface="맑은 고딕" pitchFamily="50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180615</TotalTime>
  <Words>125</Words>
  <Application>Microsoft Office PowerPoint</Application>
  <PresentationFormat>A4 Paper (210x297 mm)</PresentationFormat>
  <Paragraphs>27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맑은 고딕</vt:lpstr>
      <vt:lpstr>Arial</vt:lpstr>
      <vt:lpstr>Century Gothic</vt:lpstr>
      <vt:lpstr>돋움</vt:lpstr>
      <vt:lpstr>굴림</vt:lpstr>
      <vt:lpstr>HY헤드라인M</vt:lpstr>
      <vt:lpstr>1_기본 디자인</vt:lpstr>
      <vt:lpstr>Lgepr Sovos Invoice</vt:lpstr>
      <vt:lpstr>Lgepr Sovos Invoice</vt:lpstr>
      <vt:lpstr>Lgepr Sovos Invoice</vt:lpstr>
    </vt:vector>
  </TitlesOfParts>
  <Company>LG CNS Entrue Consulting Partners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CFO 정기업무보고</dc:title>
  <dc:creator>jeongweon.seo@lge.com</dc:creator>
  <cp:lastModifiedBy>lbernaldo js/LGEPR PI</cp:lastModifiedBy>
  <cp:revision>14447</cp:revision>
  <cp:lastPrinted>2015-07-07T07:24:52Z</cp:lastPrinted>
  <dcterms:created xsi:type="dcterms:W3CDTF">2003-07-01T00:36:00Z</dcterms:created>
  <dcterms:modified xsi:type="dcterms:W3CDTF">2025-10-31T20:50:17Z</dcterms:modified>
</cp:coreProperties>
</file>